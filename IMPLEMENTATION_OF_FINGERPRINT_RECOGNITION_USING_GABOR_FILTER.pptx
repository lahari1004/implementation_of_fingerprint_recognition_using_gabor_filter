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0654-2291-0AF2-D0D8-A032AA846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8B6-20FF-7BB0-1DDF-72D753410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FBD59-2638-9DBB-DCF4-1DF8F0F0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4013-F200-4C22-89B2-76E7B0457C6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7B504-2F36-82E9-DC88-1279CB70F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BCBC1-661F-F7B6-AE9C-471CE842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AF7-5DFF-42AE-9D2A-DF6A0B62D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888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F192-2A1C-6A3B-7A53-B0F51192F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C579D-0D83-75B4-4435-38F225639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8D35E-2317-52ED-B9F6-E580BB9B7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4013-F200-4C22-89B2-76E7B0457C6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3EBF9-4190-C71F-E3A5-55148B64B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9EBB6-FCCF-AA95-13C7-5C9B9314E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AF7-5DFF-42AE-9D2A-DF6A0B62D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99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C37B-FB43-9667-E26E-AE494A58A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9FBC9-ECFC-6C5F-4239-436A8EAE4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56832-AA11-7A84-7F7B-00AA9ABDA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4013-F200-4C22-89B2-76E7B0457C6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BA9A-84E1-C6BC-E239-3AA271DB4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9668F-FF45-CD59-2AB4-AC108B71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AF7-5DFF-42AE-9D2A-DF6A0B62D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50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6C466-517A-C352-0663-F679F3944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7F308-5CB1-AA37-C1D0-AF546AA8D3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291F4-E917-D0D2-D04D-B540C43F2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AC3FD-761D-7A68-541B-BAF57273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4013-F200-4C22-89B2-76E7B0457C6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6614-DA6C-FAD6-AE8F-9F7602AC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EF5DE-37EB-53E7-B926-0256FE50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AF7-5DFF-42AE-9D2A-DF6A0B62D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50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CD86E-1E92-EA17-33FF-F73EC85AD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3148B-691D-809D-2726-B31D8DCA7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6B93E-1A30-55FF-FFEF-DA4362F55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C55D0F-D8A3-1540-420C-D9EE2E7A6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70F3B-C10D-2325-1863-7F1B58F30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47245-5DB0-FD1F-AD1D-BF108569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4013-F200-4C22-89B2-76E7B0457C6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3DACE-AECC-318F-5A84-81DD286E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03F60-5499-7571-A3B0-995E7E6B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AF7-5DFF-42AE-9D2A-DF6A0B62D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926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575BD-7099-5CC2-91FA-E408B701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EF98A3-DD91-31B4-4373-FB85C406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4013-F200-4C22-89B2-76E7B0457C6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6B099-FD99-5D95-1627-80AC8335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EA924-CECF-47DA-009A-43C03274E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AF7-5DFF-42AE-9D2A-DF6A0B62D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535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07EB3B-E0EC-04E0-E229-F9C03C8D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4013-F200-4C22-89B2-76E7B0457C6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F3464-1E49-CF14-1554-E115ABC6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08A6F-B74D-51DA-07BE-E592A0EB5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AF7-5DFF-42AE-9D2A-DF6A0B62D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14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2EFDC-E71F-C827-9FAA-932B24D85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393EE-628B-D0BF-E013-7639F4C2B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8176B-C71B-B38D-2C2F-C76B4B266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8AC4E-07F6-A4CF-89AE-BDDABC448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4013-F200-4C22-89B2-76E7B0457C6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9E64B-0398-7977-ED1A-D7FCFAE1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C6A6A-ACF5-386B-63B0-861D561D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AF7-5DFF-42AE-9D2A-DF6A0B62D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92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C3B87-85C8-5B0B-D7DE-1ECD5ED6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6E151A-1A41-503A-6039-A00D47D9E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82CA8-F914-94B1-DDC9-592CF64C4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C9F7F-00FA-D9FD-6F81-2FD42597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4013-F200-4C22-89B2-76E7B0457C6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83F2C-C7D7-444D-9BEB-DC716F39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D23BB-E3BC-35D5-63EA-8759BED1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AF7-5DFF-42AE-9D2A-DF6A0B62D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24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AED65-289D-1077-37D7-A14077C5D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7F529-9CCB-FBF1-B553-74C81EC3A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512FD-BC20-6E2D-9990-967A241F5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4013-F200-4C22-89B2-76E7B0457C6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17A26-CFB6-7CEB-82B2-E37189CA4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28676-70C9-3530-F23F-4ACFE607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AF7-5DFF-42AE-9D2A-DF6A0B62D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3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4CCF5B-68E3-16B6-2F8F-933A234B8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B84F5-2DD7-1C97-C24C-E88274C17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9B7C5-F94B-3FA6-2BEC-B15647B30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4013-F200-4C22-89B2-76E7B0457C6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F44A9-560E-2F12-38AC-AFE9A791B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017A6-D1E3-4789-00A9-F2E50205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AF7-5DFF-42AE-9D2A-DF6A0B62D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09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03FC7-5352-9AEB-09E7-D5E49EA5E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98128-9938-C376-BD61-B3E625D13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6052E-E372-AB8B-7614-16A87E832B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A4013-F200-4C22-89B2-76E7B0457C6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B649F-CAF6-95DB-B69C-3E8E644D0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719C3-0D81-87B0-8CD9-ECED5F83D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AF7-5DFF-42AE-9D2A-DF6A0B62D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54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ribd.com/document/354803533/61-231-239-pdf" TargetMode="External"/><Relationship Id="rId3" Type="http://schemas.openxmlformats.org/officeDocument/2006/relationships/hyperlink" Target="https://www.ijltet.org/wp-content/uploads/2013/04/12.pdf" TargetMode="External"/><Relationship Id="rId7" Type="http://schemas.openxmlformats.org/officeDocument/2006/relationships/hyperlink" Target="https://www.scribd.com/document/312476729/01-3-1" TargetMode="External"/><Relationship Id="rId2" Type="http://schemas.openxmlformats.org/officeDocument/2006/relationships/hyperlink" Target="https://ir.uitm.edu.my/98427/1/98427.PDF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jceps.utq.edu.iq/index.php/main/article/view/68" TargetMode="External"/><Relationship Id="rId5" Type="http://schemas.openxmlformats.org/officeDocument/2006/relationships/hyperlink" Target="https://ijrsm.com/index.php/journal-ijrsm/article/view/656" TargetMode="External"/><Relationship Id="rId4" Type="http://schemas.openxmlformats.org/officeDocument/2006/relationships/hyperlink" Target="https://journals.stmjournals.com/ijvcdt/article=2024/view=13274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D6C5-D312-92C1-25E0-49387897C0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IMPLEMENTATION OF FINGERPRINT RECOGNITION USING GABOR FILTER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486B9-CACD-50E4-7BBD-B1453135D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2720" y="4521200"/>
            <a:ext cx="9144000" cy="1519236"/>
          </a:xfrm>
        </p:spPr>
        <p:txBody>
          <a:bodyPr/>
          <a:lstStyle/>
          <a:p>
            <a:r>
              <a:rPr lang="en-US" dirty="0"/>
              <a:t>REVIEW-2 BY:</a:t>
            </a:r>
          </a:p>
          <a:p>
            <a:r>
              <a:rPr lang="en-US" dirty="0"/>
              <a:t>2310040036-D.LAHARI</a:t>
            </a:r>
          </a:p>
          <a:p>
            <a:r>
              <a:rPr lang="en-US" dirty="0"/>
              <a:t>2310040033-A.KAVYANJALI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8656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CBBF-7406-DE6D-B11A-946139FA3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OBJECTIVES:</a:t>
            </a:r>
            <a:endParaRPr lang="en-IN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01A401-E792-B7E5-F8A5-3F8953F3ED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7176" y="1690688"/>
            <a:ext cx="1050518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enhance fingerprint image quality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Gabor filters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noise and improve ridge and valley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extract fingerprint features more accurately.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the overall accuracy of fingerprint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an efficient Gabor filter–based fingerprint recognition system.</a:t>
            </a:r>
          </a:p>
        </p:txBody>
      </p:sp>
    </p:spTree>
    <p:extLst>
      <p:ext uri="{BB962C8B-B14F-4D97-AF65-F5344CB8AC3E}">
        <p14:creationId xmlns:p14="http://schemas.microsoft.com/office/powerpoint/2010/main" val="260036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BC9A-58CD-4F99-349A-6F3E99448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SURVEY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9FA61F-EA2C-8641-A25A-B059504450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3802"/>
            <a:ext cx="992573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Fingerprint recognition accuracy depends on image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 and low contrast reduce recognition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enhancement is a key preprocessing step.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Gabor filters are effective for enhancing ridge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ridge orientation and frequency are estimated.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images improve minutiae extraction and matching accuracy.</a:t>
            </a:r>
          </a:p>
        </p:txBody>
      </p:sp>
    </p:spTree>
    <p:extLst>
      <p:ext uri="{BB962C8B-B14F-4D97-AF65-F5344CB8AC3E}">
        <p14:creationId xmlns:p14="http://schemas.microsoft.com/office/powerpoint/2010/main" val="2973351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0D06-D456-F96B-180C-219CF1C5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67760C-95BB-3732-DF64-8B3E437C8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78000"/>
            <a:ext cx="6878319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18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2FC5-B346-7816-7E8D-9533633C7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OUTCOMES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C3BE7E-7FA9-2343-EE09-111C305B4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825625"/>
            <a:ext cx="10088879" cy="4351338"/>
          </a:xfrm>
        </p:spPr>
      </p:pic>
    </p:spTree>
    <p:extLst>
      <p:ext uri="{BB962C8B-B14F-4D97-AF65-F5344CB8AC3E}">
        <p14:creationId xmlns:p14="http://schemas.microsoft.com/office/powerpoint/2010/main" val="2722740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A83FB-1992-CF9E-4809-7C0430691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4B356-9D6D-8F51-88A9-8C0D7BFC6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Enhances fingerprint image clarity</a:t>
            </a:r>
          </a:p>
          <a:p>
            <a:pPr marL="0" indent="0">
              <a:buNone/>
            </a:pPr>
            <a:r>
              <a:rPr lang="en-IN" dirty="0"/>
              <a:t> • Reduces noise and artifacts </a:t>
            </a:r>
          </a:p>
          <a:p>
            <a:pPr marL="0" indent="0">
              <a:buNone/>
            </a:pPr>
            <a:r>
              <a:rPr lang="en-IN" dirty="0"/>
              <a:t>• Improves minutiae extraction accuracy </a:t>
            </a:r>
          </a:p>
          <a:p>
            <a:pPr marL="0" indent="0">
              <a:buNone/>
            </a:pPr>
            <a:r>
              <a:rPr lang="en-IN" dirty="0"/>
              <a:t>• Increases matching accuracy </a:t>
            </a:r>
          </a:p>
          <a:p>
            <a:pPr marL="0" indent="0">
              <a:buNone/>
            </a:pPr>
            <a:r>
              <a:rPr lang="en-IN" dirty="0"/>
              <a:t>• Enables faster processing </a:t>
            </a:r>
          </a:p>
          <a:p>
            <a:pPr marL="0" indent="0">
              <a:buNone/>
            </a:pPr>
            <a:r>
              <a:rPr lang="en-IN" dirty="0"/>
              <a:t>• Enhances overall system performance</a:t>
            </a:r>
          </a:p>
        </p:txBody>
      </p:sp>
    </p:spTree>
    <p:extLst>
      <p:ext uri="{BB962C8B-B14F-4D97-AF65-F5344CB8AC3E}">
        <p14:creationId xmlns:p14="http://schemas.microsoft.com/office/powerpoint/2010/main" val="2330683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0631B-45ED-5AD4-D8F5-B3A85AC6E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1198245"/>
            <a:ext cx="10515600" cy="5314315"/>
          </a:xfrm>
        </p:spPr>
        <p:txBody>
          <a:bodyPr>
            <a:normAutofit/>
          </a:bodyPr>
          <a:lstStyle/>
          <a:p>
            <a:r>
              <a:rPr lang="en-IN" sz="2400" dirty="0"/>
              <a:t>• </a:t>
            </a:r>
            <a:r>
              <a:rPr lang="en-IN" sz="2400" b="1" dirty="0"/>
              <a:t>Gabor Filter Design in Verilog HDL (Fingerprint Enhancement – Student Version)</a:t>
            </a:r>
            <a:br>
              <a:rPr lang="en-IN" sz="2400" dirty="0"/>
            </a:br>
            <a:r>
              <a:rPr lang="en-IN" sz="2400" dirty="0">
                <a:hlinkClick r:id="rId2"/>
              </a:rPr>
              <a:t>https://ir.uitm.edu.my/98427/1/98427.PDF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/>
              <a:t>Design and Simulation of Gabor Filter Using Verilog HDL (Research Article)</a:t>
            </a:r>
            <a:br>
              <a:rPr lang="en-IN" sz="2400" dirty="0"/>
            </a:br>
            <a:r>
              <a:rPr lang="en-IN" sz="2400" dirty="0">
                <a:hlinkClick r:id="rId3"/>
              </a:rPr>
              <a:t>https://www.ijltet.org/wp-content/uploads/2013/04/12.pdf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/>
              <a:t>Gabor Filter Design Using Verilog HDL with MAC Implementation (2024)</a:t>
            </a:r>
            <a:br>
              <a:rPr lang="en-IN" sz="2400" dirty="0"/>
            </a:br>
            <a:r>
              <a:rPr lang="en-IN" sz="2400" dirty="0">
                <a:hlinkClick r:id="rId4"/>
              </a:rPr>
              <a:t>https://journals.stmjournals.com/ijvcdt/article=2024/view=132745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/>
              <a:t>Gabor Filter for Fingerprint Recognition – Review Survey Paper</a:t>
            </a:r>
            <a:br>
              <a:rPr lang="en-IN" sz="2400" dirty="0"/>
            </a:br>
            <a:r>
              <a:rPr lang="en-IN" sz="2400" dirty="0">
                <a:hlinkClick r:id="rId5"/>
              </a:rPr>
              <a:t>https://ijrsm.com/index.php/journal-ijrsm/article/view/656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/>
              <a:t>Fingerprint Recognition Based on Gabor Features Extraction</a:t>
            </a:r>
            <a:br>
              <a:rPr lang="en-IN" sz="2400" dirty="0"/>
            </a:br>
            <a:r>
              <a:rPr lang="en-IN" sz="2400" dirty="0">
                <a:hlinkClick r:id="rId6"/>
              </a:rPr>
              <a:t>https://jceps.utq.edu.iq/index.php/main/article/view/68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/>
              <a:t>Gabor Filter Design for Fingerprint Application Using MATLAB + Verilog HDL</a:t>
            </a:r>
            <a:br>
              <a:rPr lang="en-IN" sz="2400" dirty="0"/>
            </a:br>
            <a:r>
              <a:rPr lang="en-IN" sz="2400" dirty="0">
                <a:hlinkClick r:id="rId7"/>
              </a:rPr>
              <a:t>https://www.scribd.com/document/312476729/01-3-1</a:t>
            </a:r>
            <a:br>
              <a:rPr lang="en-IN" sz="2400" dirty="0"/>
            </a:br>
            <a:r>
              <a:rPr lang="en-IN" sz="2400" dirty="0"/>
              <a:t>• </a:t>
            </a:r>
            <a:r>
              <a:rPr lang="en-IN" sz="2400" b="1" dirty="0"/>
              <a:t>Design and Implementation of Fingerprint Recognition Process on FPGA (Verilog HDL)</a:t>
            </a:r>
            <a:br>
              <a:rPr lang="en-IN" sz="2400" dirty="0"/>
            </a:br>
            <a:r>
              <a:rPr lang="en-IN" sz="2400" dirty="0">
                <a:hlinkClick r:id="rId8"/>
              </a:rPr>
              <a:t>https://www.scribd.com/document/354803533/61-231-239-pdf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6DBABE-ED27-D6F7-90DE-FD74B2506C47}"/>
              </a:ext>
            </a:extLst>
          </p:cNvPr>
          <p:cNvSpPr txBox="1"/>
          <p:nvPr/>
        </p:nvSpPr>
        <p:spPr>
          <a:xfrm>
            <a:off x="701040" y="396240"/>
            <a:ext cx="71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602014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354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IMPLEMENTATION OF FINGERPRINT RECOGNITION USING GABOR FILTER </vt:lpstr>
      <vt:lpstr>OBJECTIVES:</vt:lpstr>
      <vt:lpstr>LITERATURE SURVEY</vt:lpstr>
      <vt:lpstr>METHODOLOGY</vt:lpstr>
      <vt:lpstr>EXPECTED OUTCOMES</vt:lpstr>
      <vt:lpstr>CONCLUSION</vt:lpstr>
      <vt:lpstr>• Gabor Filter Design in Verilog HDL (Fingerprint Enhancement – Student Version) https://ir.uitm.edu.my/98427/1/98427.PDF • Design and Simulation of Gabor Filter Using Verilog HDL (Research Article) https://www.ijltet.org/wp-content/uploads/2013/04/12.pdf • Gabor Filter Design Using Verilog HDL with MAC Implementation (2024) https://journals.stmjournals.com/ijvcdt/article=2024/view=132745 • Gabor Filter for Fingerprint Recognition – Review Survey Paper https://ijrsm.com/index.php/journal-ijrsm/article/view/656 • Fingerprint Recognition Based on Gabor Features Extraction https://jceps.utq.edu.iq/index.php/main/article/view/68 • Gabor Filter Design for Fingerprint Application Using MATLAB + Verilog HDL https://www.scribd.com/document/312476729/01-3-1 • Design and Implementation of Fingerprint Recognition Process on FPGA (Verilog HDL) https://www.scribd.com/document/354803533/61-231-239-pdf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ANJI DASARI</dc:creator>
  <cp:lastModifiedBy>Sai sanju</cp:lastModifiedBy>
  <cp:revision>3</cp:revision>
  <dcterms:created xsi:type="dcterms:W3CDTF">2026-01-30T16:09:59Z</dcterms:created>
  <dcterms:modified xsi:type="dcterms:W3CDTF">2026-02-05T06:18:42Z</dcterms:modified>
</cp:coreProperties>
</file>